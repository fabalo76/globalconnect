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5376df0e784928" /><Relationship Type="http://schemas.openxmlformats.org/officeDocument/2006/relationships/extended-properties" Target="/docProps/app.xml" Id="Rf8a20a9fbf9a4d94" /><Relationship Type="http://schemas.openxmlformats.org/officeDocument/2006/relationships/officeDocument" Target="/ppt/presentation.xml" Id="R406bfa0ce05744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58ee729d94278"/>
  </p:sldMasterIdLst>
  <p:notesMasterIdLst>
    <p:notesMasterId xmlns:r="http://schemas.openxmlformats.org/officeDocument/2006/relationships" r:id="R233a844cc3274f9d"/>
  </p:notesMasterIdLst>
  <p:sldIdLst>
    <p:sldId xmlns:r="http://schemas.openxmlformats.org/officeDocument/2006/relationships" id="256" r:id="R03e3df7fb1034b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87e9dff884149" /><Relationship Type="http://schemas.openxmlformats.org/officeDocument/2006/relationships/slideMaster" Target="/ppt/slideMasters/slideMaster1.xml" Id="R3a258ee729d94278" /><Relationship Type="http://schemas.openxmlformats.org/officeDocument/2006/relationships/notesMaster" Target="/ppt/notesMasters/notesMaster1.xml" Id="R233a844cc3274f9d" /><Relationship Type="http://schemas.openxmlformats.org/officeDocument/2006/relationships/presProps" Target="/ppt/presProps.xml" Id="Rfa7b5b4b086e458b" /><Relationship Type="http://schemas.openxmlformats.org/officeDocument/2006/relationships/tableStyles" Target="/ppt/tableStyles.xml" Id="R8138145fdd1a4a19" /><Relationship Type="http://schemas.openxmlformats.org/officeDocument/2006/relationships/slide" Target="/ppt/slides/slide1.xml" Id="R03e3df7fb1034b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7aea75159d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6d9e93e62b4852" /><Relationship Type="http://schemas.openxmlformats.org/officeDocument/2006/relationships/notesMaster" Target="/ppt/notesMasters/notesMaster1.xml" Id="R1abcb4ac2888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logo concepts using the built-in image generation workflow.</a:t>
            </a:r>
          </a:p>
          <a:p xmlns:a="http://schemas.openxmlformats.org/drawingml/2006/main">
            <a:r>
              <a:t>- Prompts specify flat geometric marks in #0B1F33, #00A7A5 and #F5A623 with no financial-service cliches.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4bf761c9748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79dd92e28d4d3a" /><Relationship Type="http://schemas.openxmlformats.org/officeDocument/2006/relationships/slideLayout" Target="/ppt/slideLayouts/slideLayout1.xml" Id="Ra40f37e892764d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0f37e892764d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2634fdcc24b76" /><Relationship Type="http://schemas.openxmlformats.org/officeDocument/2006/relationships/image" Target="/ppt/media/image.png" Id="Ra094853f2a924308" /><Relationship Type="http://schemas.openxmlformats.org/officeDocument/2006/relationships/image" Target="/ppt/media/image2.png" Id="R92ff8ff5e44940b3" /><Relationship Type="http://schemas.openxmlformats.org/officeDocument/2006/relationships/image" Target="/ppt/media/image3.png" Id="Rab28ff78d2a04a51" /><Relationship Type="http://schemas.openxmlformats.org/officeDocument/2006/relationships/image" Target="/ppt/media/image4.png" Id="Rcce80faf42194ddc" /><Relationship Type="http://schemas.openxmlformats.org/officeDocument/2006/relationships/notesSlide" Target="/ppt/notesSlides/notesSlide1.xml" Id="Reaa7454320a1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D446E-918E-4427-B528-F19EFBF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LOGO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2C3DE-DB67-47FC-86E3-07EB419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Four new directions for Continental PayTech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856E6-8696-475A-A045-99DE455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7892F-241A-4F8B-9828-AB386BE7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546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405466"/>
                </a:solidFill>
                <a:latin typeface="Aptos Display"/>
                <a:ea typeface="Aptos Display"/>
                <a:cs typeface="Aptos Display"/>
              </a:rPr>
              <a:t>Primary domain: continentalpaytech.com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3ACC4-EE71-4F20-AD14-20527DB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197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4853f2a924308"/>
          <a:stretch xmlns:a="http://schemas.openxmlformats.org/drawingml/2006/main"/>
        </p:blipFill>
        <p:spPr>
          <a:xfrm xmlns:a="http://schemas.openxmlformats.org/drawingml/2006/main">
            <a:off x="961915" y="1981200"/>
            <a:ext cx="1524219" cy="161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DB184-C842-4595-B6C4-9FE75BC1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OPTION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BC497-2614-4C3D-A5B9-2D2387D4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CPT Monogram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AE2D-7E59-4060-B064-9D278CFF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99593-C5E8-45CB-AED6-AC79449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877B-BE4D-4612-A3AA-E2F84819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466"/>
                </a:solidFill>
                <a:latin typeface="Aptos"/>
                <a:ea typeface="Aptos"/>
                <a:cs typeface="Aptos"/>
              </a:rPr>
              <a:t>Mnemonic / established / 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CFA54-69CF-4452-B341-78A1D8AF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197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f8ff5e44940b3"/>
          <a:stretch xmlns:a="http://schemas.openxmlformats.org/drawingml/2006/main"/>
        </p:blipFill>
        <p:spPr>
          <a:xfrm xmlns:a="http://schemas.openxmlformats.org/drawingml/2006/main">
            <a:off x="6939111" y="1981200"/>
            <a:ext cx="771227" cy="1619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D01AD-131E-491E-B93F-70394E2A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A62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5A623"/>
                </a:solidFill>
                <a:latin typeface="Aptos Display"/>
                <a:ea typeface="Aptos Display"/>
                <a:cs typeface="Aptos Display"/>
              </a:rPr>
              <a:t>OPTION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2F0F8-DD62-4D26-A735-4C5C0845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Market Columns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BEF6B-6704-404A-887F-75A2149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DFAEA-2964-4684-8E8E-93F63709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20587-BEE7-458E-B5C2-49C64F8A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9EC"/>
                </a:solidFill>
                <a:latin typeface="Aptos"/>
                <a:ea typeface="Aptos"/>
                <a:cs typeface="Aptos"/>
              </a:rPr>
              <a:t>Distinctive / engineered / regional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D2D7C-136B-4C88-9F5F-00E522ED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197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8ff78d2a04a51"/>
          <a:stretch xmlns:a="http://schemas.openxmlformats.org/drawingml/2006/main"/>
        </p:blipFill>
        <p:spPr>
          <a:xfrm xmlns:a="http://schemas.openxmlformats.org/drawingml/2006/main">
            <a:off x="966729" y="4476750"/>
            <a:ext cx="1514591" cy="16192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17AF5-C2DA-4A6B-8260-1BC57065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A62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5A623"/>
                </a:solidFill>
                <a:latin typeface="Aptos Display"/>
                <a:ea typeface="Aptos Display"/>
                <a:cs typeface="Aptos Display"/>
              </a:rPr>
              <a:t>OPTION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83ADF-3B33-4260-BC80-DDF9B14A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00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Commerce Grid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57FCC-E22E-406F-91C1-30B029B3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68FD0-9880-43E6-B06C-466E78ED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4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E6884-46B0-4237-B6B9-374FDAE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9E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9EC"/>
                </a:solidFill>
                <a:latin typeface="Aptos"/>
                <a:ea typeface="Aptos"/>
                <a:cs typeface="Aptos"/>
              </a:rPr>
              <a:t>Modular / flexible / platform-led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D2D7C-30FA-4F59-BF29-A1185F5F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2197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EC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80faf42194ddc"/>
          <a:stretch xmlns:a="http://schemas.openxmlformats.org/drawingml/2006/main"/>
        </p:blipFill>
        <p:spPr>
          <a:xfrm xmlns:a="http://schemas.openxmlformats.org/drawingml/2006/main">
            <a:off x="6515100" y="4492341"/>
            <a:ext cx="1619250" cy="1588068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C68B4-6B47-4A53-AAA2-2860192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OPTION 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4F69B-3A75-455B-8DC4-F8BDA74B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00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CT Terminal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D264C1-7A41-445E-BCCD-1DAC1DAC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57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3"/>
                </a:solidFill>
                <a:latin typeface="Aptos Display"/>
                <a:ea typeface="Aptos Display"/>
                <a:cs typeface="Aptos Display"/>
              </a:rPr>
              <a:t>CONTINENTAL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E404D2-E287-4B2B-87E6-067EF9A4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4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A7A5"/>
                </a:solidFill>
                <a:latin typeface="Aptos Display"/>
                <a:ea typeface="Aptos Display"/>
                <a:cs typeface="Aptos Display"/>
              </a:rPr>
              <a:t>PAYTECH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AFCEC-7A81-4DB4-B932-58AF657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92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54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05466"/>
                </a:solidFill>
                <a:latin typeface="Aptos"/>
                <a:ea typeface="Aptos"/>
                <a:cs typeface="Aptos"/>
              </a:rPr>
              <a:t>Compact / technological / device-ready</a:t>
            </a:r>
          </a:p>
        </p:txBody>
      </p:sp>
    </p:spTree>
    <p:extLst>
      <p:ext uri="{BB962C8B-B14F-4D97-AF65-F5344CB8AC3E}">
        <p14:creationId xmlns:p14="http://schemas.microsoft.com/office/powerpoint/2010/main" val="211432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2026-08-11T04:06:13.1420000Z</dcterms:created>
  <dcterms:modified xsi:type="dcterms:W3CDTF">2026-08-11T04:06:13.1420000Z</dcterms:modified>
</coreProperties>
</file>